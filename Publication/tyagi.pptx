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268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77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007135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893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7733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74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428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33854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22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35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339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626A047-A036-464D-8E92-16AE8BCD3E8C}" type="datetimeFigureOut">
              <a:rPr lang="ru-RU" smtClean="0"/>
              <a:t>05.03.2026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0D8C4CDE-DCBE-4249-AD0B-467F268F0F04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011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A3215-DFB7-4FA3-884D-5475614D7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522" y="210114"/>
            <a:ext cx="10318418" cy="4394988"/>
          </a:xfrm>
        </p:spPr>
        <p:txBody>
          <a:bodyPr/>
          <a:lstStyle/>
          <a:p>
            <a:r>
              <a:rPr lang="en-US" sz="9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TYAGI SHOP</a:t>
            </a:r>
            <a:br>
              <a:rPr lang="en-US" sz="25200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endParaRPr lang="ru-RU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C0FAE9-46BF-49FC-98D6-FD8477336A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приложение, разработанное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Jetpack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43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2B046-711C-40A0-A3B7-7C5F61A9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6037396" cy="810689"/>
          </a:xfrm>
        </p:spPr>
        <p:txBody>
          <a:bodyPr>
            <a:noAutofit/>
          </a:bodyPr>
          <a:lstStyle/>
          <a:p>
            <a:r>
              <a:rPr lang="en-US" sz="4400" b="1" spc="8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4400" b="1" dirty="0">
                <a:solidFill>
                  <a:srgbClr val="38BDF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spc="8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Проекте</a:t>
            </a:r>
            <a:endParaRPr lang="ru-RU" sz="4400" b="1" spc="8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DAC918-5797-4E44-9238-2E7C1FC37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301" y="2109791"/>
            <a:ext cx="10178322" cy="3593591"/>
          </a:xfrm>
        </p:spPr>
        <p:txBody>
          <a:bodyPr/>
          <a:lstStyle/>
          <a:p>
            <a:pPr marL="342900" indent="-342900">
              <a:lnSpc>
                <a:spcPts val="2430"/>
              </a:lnSpc>
              <a:buSzPct val="100000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Тип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: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Мобильное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приложение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электронной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коммерции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30"/>
              </a:lnSpc>
              <a:buSzPct val="100000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Платформа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: Android (API 33)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30"/>
              </a:lnSpc>
              <a:buSzPct val="100000"/>
            </a:pPr>
            <a:r>
              <a:rPr lang="en-US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Язык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: Kotlin</a:t>
            </a:r>
            <a:endParaRPr lang="en-US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09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18FD2-B37E-467C-864C-29C5731B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Диаграмма</a:t>
            </a:r>
            <a:r>
              <a:rPr lang="en-US" sz="49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49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Вариантов</a:t>
            </a:r>
            <a:r>
              <a:rPr lang="en-US" sz="49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49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Использования</a:t>
            </a:r>
            <a:br>
              <a:rPr lang="en-US" sz="5400" dirty="0"/>
            </a:b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22517A-7546-4A09-A58F-E6824FE92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551" y="2177142"/>
            <a:ext cx="5622352" cy="39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805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BBB34CA-8CE1-4F05-8C7B-112CDF7A6EAE}"/>
              </a:ext>
            </a:extLst>
          </p:cNvPr>
          <p:cNvSpPr/>
          <p:nvPr/>
        </p:nvSpPr>
        <p:spPr>
          <a:xfrm>
            <a:off x="1271452" y="53122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4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</a:t>
            </a:r>
            <a:r>
              <a:rPr lang="ru-RU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4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AAF45AE-2A10-4AAB-8358-65DD30716A7B}"/>
              </a:ext>
            </a:extLst>
          </p:cNvPr>
          <p:cNvSpPr/>
          <p:nvPr/>
        </p:nvSpPr>
        <p:spPr>
          <a:xfrm>
            <a:off x="1175658" y="1580487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Паттерн: MVVM (Model-View-</a:t>
            </a:r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ViewModel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Поток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данных: Однонаправленный (UI ← ViewModel ← Repository ← API)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Тестирование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: </a:t>
            </a:r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Каждый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слой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тестируется</a:t>
            </a:r>
            <a:r>
              <a:rPr lang="en-US" sz="16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независимо</a:t>
            </a:r>
            <a:endParaRPr lang="en-US" sz="16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81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34DA664-CEF5-4946-8810-5A5B78C88029}"/>
              </a:ext>
            </a:extLst>
          </p:cNvPr>
          <p:cNvSpPr/>
          <p:nvPr/>
        </p:nvSpPr>
        <p:spPr>
          <a:xfrm>
            <a:off x="1147324" y="30802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4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Полный</a:t>
            </a:r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Стек</a:t>
            </a:r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</a:t>
            </a:r>
            <a:endParaRPr lang="en-US" sz="4400" b="1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F729B7A-F934-4C64-BE19-97335B020CA8}"/>
              </a:ext>
            </a:extLst>
          </p:cNvPr>
          <p:cNvSpPr/>
          <p:nvPr/>
        </p:nvSpPr>
        <p:spPr>
          <a:xfrm>
            <a:off x="1147324" y="1038157"/>
            <a:ext cx="1129736" cy="2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Core Jetpack</a:t>
            </a: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A731A2A-D8F1-4FA3-ACE2-1015EC0BC5DF}"/>
              </a:ext>
            </a:extLst>
          </p:cNvPr>
          <p:cNvSpPr/>
          <p:nvPr/>
        </p:nvSpPr>
        <p:spPr>
          <a:xfrm>
            <a:off x="1147324" y="1426264"/>
            <a:ext cx="1439121" cy="673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ct val="200000"/>
              </a:lnSpc>
              <a:buNone/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Navigation</a:t>
            </a:r>
            <a:endParaRPr lang="ru-RU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Compose 1.6.0</a:t>
            </a:r>
            <a:endParaRPr lang="ru-RU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Material 3</a:t>
            </a:r>
          </a:p>
          <a:p>
            <a:pPr>
              <a:lnSpc>
                <a:spcPts val="1026"/>
              </a:lnSpc>
            </a:pP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026"/>
              </a:lnSpc>
              <a:buNone/>
            </a:pP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FE0EDDB-8820-4C74-AB8B-428C18A3D1DF}"/>
              </a:ext>
            </a:extLst>
          </p:cNvPr>
          <p:cNvSpPr/>
          <p:nvPr/>
        </p:nvSpPr>
        <p:spPr>
          <a:xfrm>
            <a:off x="2784534" y="1038157"/>
            <a:ext cx="1656836" cy="22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Сетевые технологии</a:t>
            </a: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CE63766-5CA6-49C6-973C-5DD28956EE17}"/>
              </a:ext>
            </a:extLst>
          </p:cNvPr>
          <p:cNvSpPr/>
          <p:nvPr/>
        </p:nvSpPr>
        <p:spPr>
          <a:xfrm>
            <a:off x="2784534" y="1426264"/>
            <a:ext cx="2092265" cy="1271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Retrofit 2.10</a:t>
            </a:r>
            <a:endParaRPr lang="ru-RU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14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Gson</a:t>
            </a:r>
            <a:endParaRPr lang="ru-RU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• </a:t>
            </a:r>
            <a:r>
              <a:rPr lang="en-US" sz="114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OkHttp</a:t>
            </a: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4.11</a:t>
            </a: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26"/>
              </a:lnSpc>
            </a:pP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026"/>
              </a:lnSpc>
              <a:buNone/>
            </a:pP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29815AB-35BC-4260-9C2D-7AC44003958E}"/>
              </a:ext>
            </a:extLst>
          </p:cNvPr>
          <p:cNvSpPr/>
          <p:nvPr/>
        </p:nvSpPr>
        <p:spPr>
          <a:xfrm>
            <a:off x="4639459" y="1038157"/>
            <a:ext cx="17177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Асинхронность</a:t>
            </a: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B7E01AE6-A57A-49A0-B9A8-3F86163AE026}"/>
              </a:ext>
            </a:extLst>
          </p:cNvPr>
          <p:cNvSpPr/>
          <p:nvPr/>
        </p:nvSpPr>
        <p:spPr>
          <a:xfrm>
            <a:off x="4639459" y="1426264"/>
            <a:ext cx="1717796" cy="737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ct val="200000"/>
              </a:lnSpc>
              <a:buNone/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Coroutines 1.7</a:t>
            </a:r>
            <a:endParaRPr lang="ru-RU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Kotlin 1.9</a:t>
            </a:r>
            <a:endParaRPr lang="ru-RU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14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Flow</a:t>
            </a:r>
          </a:p>
          <a:p>
            <a:pPr marL="0" indent="0">
              <a:lnSpc>
                <a:spcPts val="1026"/>
              </a:lnSpc>
              <a:buNone/>
            </a:pPr>
            <a:endParaRPr lang="en-US" sz="114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65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19B0255-240F-423E-B7A7-3BC428BCD63B}"/>
              </a:ext>
            </a:extLst>
          </p:cNvPr>
          <p:cNvSpPr/>
          <p:nvPr/>
        </p:nvSpPr>
        <p:spPr>
          <a:xfrm>
            <a:off x="1045029" y="426721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Полный</a:t>
            </a:r>
            <a:r>
              <a:rPr lang="en-US" sz="4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Стек Технологий</a:t>
            </a:r>
            <a:endParaRPr lang="en-US" sz="40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90DF1D5-DBB6-437F-8FA3-3F2DC4C42721}"/>
              </a:ext>
            </a:extLst>
          </p:cNvPr>
          <p:cNvSpPr/>
          <p:nvPr/>
        </p:nvSpPr>
        <p:spPr>
          <a:xfrm>
            <a:off x="1045029" y="1866638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Язык: Kotlin</a:t>
            </a:r>
            <a:endParaRPr lang="en-US" sz="1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C9934C1-3932-4B8C-AEC9-68EE307E8A2C}"/>
              </a:ext>
            </a:extLst>
          </p:cNvPr>
          <p:cNvSpPr/>
          <p:nvPr/>
        </p:nvSpPr>
        <p:spPr>
          <a:xfrm>
            <a:off x="1045029" y="218876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UI Фреймворк: Jetpack Compose + Material Design 3</a:t>
            </a:r>
            <a:endParaRPr lang="en-US" sz="1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145CC2-81D4-433D-89FD-69BAFF3B4CF1}"/>
              </a:ext>
            </a:extLst>
          </p:cNvPr>
          <p:cNvSpPr/>
          <p:nvPr/>
        </p:nvSpPr>
        <p:spPr>
          <a:xfrm>
            <a:off x="1045029" y="426721"/>
            <a:ext cx="8083296" cy="2577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endParaRPr lang="en-US" sz="1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246F9F9-819F-4E88-AEFD-C68A66016F50}"/>
              </a:ext>
            </a:extLst>
          </p:cNvPr>
          <p:cNvSpPr/>
          <p:nvPr/>
        </p:nvSpPr>
        <p:spPr>
          <a:xfrm>
            <a:off x="1045029" y="283300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Навигация: Jetpack Navigation Compose</a:t>
            </a:r>
            <a:endParaRPr lang="en-US" sz="1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39EADF5-ADB6-48FA-BF12-2F058E5E907D}"/>
              </a:ext>
            </a:extLst>
          </p:cNvPr>
          <p:cNvSpPr/>
          <p:nvPr/>
        </p:nvSpPr>
        <p:spPr>
          <a:xfrm>
            <a:off x="1045029" y="251088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Архитектура: MVVM</a:t>
            </a:r>
            <a:endParaRPr lang="en-US" sz="1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803507"/>
      </p:ext>
    </p:extLst>
  </p:cSld>
  <p:clrMapOvr>
    <a:masterClrMapping/>
  </p:clrMapOvr>
</p:sld>
</file>

<file path=ppt/theme/theme1.xml><?xml version="1.0" encoding="utf-8"?>
<a:theme xmlns:a="http://schemas.openxmlformats.org/drawingml/2006/main" name="Эмблема">
  <a:themeElements>
    <a:clrScheme name="Эмблема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Эмблема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Эмблем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19</TotalTime>
  <Words>117</Words>
  <Application>Microsoft Office PowerPoint</Application>
  <PresentationFormat>Широкоэкранный</PresentationFormat>
  <Paragraphs>29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Corbel</vt:lpstr>
      <vt:lpstr>Gill Sans MT</vt:lpstr>
      <vt:lpstr>Impact</vt:lpstr>
      <vt:lpstr>Times New Roman</vt:lpstr>
      <vt:lpstr>Эмблема</vt:lpstr>
      <vt:lpstr>TYAGI SHOP </vt:lpstr>
      <vt:lpstr>О Проекте</vt:lpstr>
      <vt:lpstr>Диаграмма Вариантов Использования 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TYAGI SHOP </dc:title>
  <dc:creator>eblan</dc:creator>
  <cp:lastModifiedBy>eblan</cp:lastModifiedBy>
  <cp:revision>5</cp:revision>
  <dcterms:created xsi:type="dcterms:W3CDTF">2026-03-05T16:16:35Z</dcterms:created>
  <dcterms:modified xsi:type="dcterms:W3CDTF">2026-03-05T16:35:55Z</dcterms:modified>
</cp:coreProperties>
</file>